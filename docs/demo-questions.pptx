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4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FFFFF"/>
                </a:solidFill>
                <a:latin typeface="Segoe UI"/>
              </a:defRPr>
            </a:pPr>
            <a:r>
              <a:t>Demo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BBCCFF"/>
                </a:solidFill>
                <a:latin typeface="Segoe UI"/>
              </a:defRPr>
            </a:pPr>
            <a:r>
              <a:t>NC Governor's Communications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899BB"/>
                </a:solidFill>
                <a:latin typeface="Segoe UI"/>
              </a:defRPr>
            </a:pPr>
            <a:r>
              <a:t>Sample prompts for the live demo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30000" cy="822960"/>
          </a:xfrm>
          <a:prstGeom prst="roundRect">
            <a:avLst>
              <a:gd name="adj" fmla="val 5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News Clips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Segoe UI"/>
              </a:defRPr>
            </a:pPr>
            <a:r>
              <a:t>Search Governor press releases scraped from governor.nc.gov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37944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 clips came in this week about broadband?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Starter from the talk track. Shows basic semantic search.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587752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32888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Show me the latest news.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Triggers browse mode — returns most recent clips sorted by date.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82696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Has the Governor said anything about rural internet access?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Semantic match: finds "broadband" articles even though the words don't overlap.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87368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32504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Any press releases about economic development or jobs?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Broad topic. Shows hybrid search combining meaning and keyword matching.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37176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782312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What's in the news about Hurricane Helene recovery?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Timely topic. Matches western NC disaster recovery press releases.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586984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532120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Are there any clips about education or schools?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Wide query — could match teacher pay, school safety, student wellbeing.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BBBBB"/>
                </a:solidFill>
                <a:latin typeface="Segoe UI"/>
              </a:defRPr>
            </a:pPr>
            <a:r>
              <a:t>NC DIT AI Office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30000" cy="822960"/>
          </a:xfrm>
          <a:prstGeom prst="roundRect">
            <a:avLst>
              <a:gd name="adj" fmla="val 5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Remarks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Segoe UI"/>
              </a:defRPr>
            </a:pPr>
            <a:r>
              <a:t>Search the Governor's speeches and columns — GPT-4o writes a synthesis with direct quotes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37944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 has the Governor said about mental health and public safety?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Starter from the talk track. Hits the October column — mental health as public safety.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587752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32888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 language has the Governor used about keeping kids safe online?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Direct hit on the September column. Shows retrieval of specific policy language.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82696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How has the Governor talked about emergency preparedness and hurricane recovery?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Pulls from August (prep) and November (Helene gratitude). Cross-speech synthesis.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87368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32504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 has the Governor said about law enforcement and supporting police?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October column: $195M public safety package, raising officer salaries.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37176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782312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How does the Governor talk about North Carolina's history and democracy?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January column: America 250, Halifax Resolves, Bill of Rights. Rich synthesis.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586984"/>
            <a:ext cx="320040" cy="32004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532120"/>
            <a:ext cx="10515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A1A1A"/>
                </a:solidFill>
                <a:latin typeface="Segoe UI"/>
              </a:defRPr>
            </a:pPr>
            <a:r>
              <a:t>What has the Governor said about food insecurity and food banks?</a:t>
            </a:r>
          </a:p>
          <a:p>
            <a:pPr>
              <a:defRPr sz="1200">
                <a:solidFill>
                  <a:srgbClr val="666666"/>
                </a:solidFill>
                <a:latin typeface="Segoe UI"/>
              </a:defRPr>
            </a:pPr>
            <a:r>
              <a:t>December column (MANNA, Second Harvest) + November (farmers). Quotes with citations.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BBBBB"/>
                </a:solidFill>
                <a:latin typeface="Segoe UI"/>
              </a:defRPr>
            </a:pPr>
            <a:r>
              <a:t>NC DIT AI Office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30000" cy="822960"/>
          </a:xfrm>
          <a:prstGeom prst="roundRect">
            <a:avLst>
              <a:gd name="adj" fmla="val 5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Transcript Proofreading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66666"/>
                </a:solidFill>
                <a:latin typeface="Segoe UI"/>
              </a:defRPr>
            </a:pPr>
            <a:r>
              <a:t>Paste this sample transcript into the agent. The AI fixes errors and returns every change with a reason and confidence level.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47120" cy="2560320"/>
          </a:xfrm>
          <a:prstGeom prst="roundRect">
            <a:avLst>
              <a:gd name="adj" fmla="val 5000"/>
            </a:avLst>
          </a:prstGeom>
          <a:solidFill>
            <a:srgbClr val="FDF6EC"/>
          </a:solidFill>
          <a:ln w="12700">
            <a:solidFill>
              <a:srgbClr val="E8D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A1A1A"/>
                </a:solidFill>
                <a:latin typeface="Segoe UI"/>
              </a:defRPr>
            </a:pPr>
            <a:r>
              <a:t>Sample 1 — Short (quick demo)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44444"/>
                </a:solidFill>
                <a:latin typeface="Consolas"/>
              </a:defRPr>
            </a:pPr>
            <a:r>
              <a:t>Good evening, North Carolinains. Im honored to adress this chamber tonite. Our state faces real challanges — from hurricaine recovery in the west to the mental health crisis effecting our communities. But i beleive that togather, we can build a safer, stronger North Carolna. Governer Stien has proposed a 195 million dollar public saftey package that invests in law enforcment, violence preventation, and mental health treatement. Lets get it done.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A1A1A"/>
                </a:solidFill>
                <a:latin typeface="Segoe UI"/>
              </a:defRPr>
            </a:pPr>
            <a:r>
              <a:t>Sample 2 — With speaker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754880"/>
            <a:ext cx="11247120" cy="1645920"/>
          </a:xfrm>
          <a:prstGeom prst="roundRect">
            <a:avLst>
              <a:gd name="adj" fmla="val 5000"/>
            </a:avLst>
          </a:prstGeom>
          <a:solidFill>
            <a:srgbClr val="FDF6EC"/>
          </a:solidFill>
          <a:ln w="12700">
            <a:solidFill>
              <a:srgbClr val="E8D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44444"/>
                </a:solidFill>
                <a:latin typeface="Consolas"/>
              </a:defRPr>
            </a:pPr>
            <a:r>
              <a:t>Gov. Stien: Thank you all for being hear today. The work were doing in western North Carolna after Hurricaine Helene has been nothing short of extrodinary.</a:t>
            </a:r>
            <a:br/>
            <a:r>
              <a:t>Reporter: Governer, can you give us an update on the road re-openings?</a:t>
            </a:r>
            <a:br/>
            <a:r>
              <a:t>Gov Stein: Absolutley. The Departement of Transporation has re-opened ninty eight percent of Helene-impacted state roads.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BBBBB"/>
                </a:solidFill>
                <a:latin typeface="Segoe UI"/>
              </a:defRPr>
            </a:pPr>
            <a:r>
              <a:t>NC DIT AI Office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4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Suggested Demo Flow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1737360"/>
            <a:ext cx="457200" cy="4572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19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Clips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7190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DDDFF"/>
                </a:solidFill>
                <a:latin typeface="Segoe UI"/>
              </a:defRPr>
            </a:pPr>
            <a:r>
              <a:t>"What clips came in this week about broadband?"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0299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9AACC"/>
                </a:solidFill>
                <a:latin typeface="Segoe UI"/>
              </a:defRPr>
            </a:pPr>
            <a:r>
              <a:t>Basic search — gets the audience oriented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791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Remarks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6791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DDDFF"/>
                </a:solidFill>
                <a:latin typeface="Segoe UI"/>
              </a:defRPr>
            </a:pPr>
            <a:r>
              <a:t>"What has the Governor said about mental health and public safety?"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990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9AACC"/>
                </a:solidFill>
                <a:latin typeface="Segoe UI"/>
              </a:defRPr>
            </a:pPr>
            <a:r>
              <a:t>RAG synthesis with direct quotes and citations — the core value prop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657600"/>
            <a:ext cx="457200" cy="457200"/>
          </a:xfrm>
          <a:prstGeom prst="ellipse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393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Proofread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63931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DDDFF"/>
                </a:solidFill>
                <a:latin typeface="Segoe UI"/>
              </a:defRPr>
            </a:pPr>
            <a:r>
              <a:t>Paste Sample 1 (short transcript with typos)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9502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9AACC"/>
                </a:solidFill>
                <a:latin typeface="Segoe UI"/>
              </a:defRPr>
            </a:pPr>
            <a:r>
              <a:t>Quick turnaround, every change explained with confidence levels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617720"/>
            <a:ext cx="457200" cy="4572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5994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Clips #3 (if 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59943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DDDFF"/>
                </a:solidFill>
                <a:latin typeface="Segoe UI"/>
              </a:defRPr>
            </a:pPr>
            <a:r>
              <a:t>"Has the Governor said anything about rural internet access?"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910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9AACC"/>
                </a:solidFill>
                <a:latin typeface="Segoe UI"/>
              </a:defRPr>
            </a:pPr>
            <a:r>
              <a:t>The "wow" moment — semantic search finds "broadband" from "rural internet"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5577840"/>
            <a:ext cx="457200" cy="4572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5595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Remarks #3 (if time)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5595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DDDDFF"/>
                </a:solidFill>
                <a:latin typeface="Segoe UI"/>
              </a:defRPr>
            </a:pPr>
            <a:r>
              <a:t>"How has the Governor talked about emergency preparedness?"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8704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9AACC"/>
                </a:solidFill>
                <a:latin typeface="Segoe UI"/>
              </a:defRPr>
            </a:pPr>
            <a:r>
              <a:t>Cross-speech synthesis — pulls from August + November columns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7799"/>
                </a:solidFill>
                <a:latin typeface="Segoe UI"/>
              </a:defRPr>
            </a:pPr>
            <a:r>
              <a:t>NC DIT AI Office  |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