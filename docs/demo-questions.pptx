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Demo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BBCCFF"/>
                </a:solidFill>
                <a:latin typeface="Segoe UI"/>
              </a:defRPr>
            </a:pPr>
            <a:r>
              <a:t>NC Governor's Communications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899BB"/>
                </a:solidFill>
                <a:latin typeface="Segoe UI"/>
              </a:defRPr>
            </a:pPr>
            <a:r>
              <a:t>Sample prompts for the live demo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82296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News Clips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66666"/>
                </a:solidFill>
                <a:latin typeface="Segoe UI"/>
              </a:defRPr>
            </a:pPr>
            <a:r>
              <a:t>Search Governor press releases scraped from governor.nc.gov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37944"/>
            <a:ext cx="320040" cy="3200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A1A1A"/>
                </a:solidFill>
                <a:latin typeface="Segoe UI"/>
              </a:defRPr>
            </a:pPr>
            <a:r>
              <a:t>What clips came in this week about broadband?</a:t>
            </a:r>
          </a:p>
          <a:p>
            <a:pPr>
              <a:defRPr sz="1200">
                <a:solidFill>
                  <a:srgbClr val="666666"/>
                </a:solidFill>
                <a:latin typeface="Segoe UI"/>
              </a:defRPr>
            </a:pPr>
            <a:r>
              <a:t>Starter. Hits the $26M Stop-Gap Solutions press release about 5,161 rural homes.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587752"/>
            <a:ext cx="320040" cy="3200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3288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A1A1A"/>
                </a:solidFill>
                <a:latin typeface="Segoe UI"/>
              </a:defRPr>
            </a:pPr>
            <a:r>
              <a:t>Show me the latest news.</a:t>
            </a:r>
          </a:p>
          <a:p>
            <a:pPr>
              <a:defRPr sz="1200">
                <a:solidFill>
                  <a:srgbClr val="666666"/>
                </a:solidFill>
                <a:latin typeface="Segoe UI"/>
              </a:defRPr>
            </a:pPr>
            <a:r>
              <a:t>Triggers browse mode — returns most recent clips sorted by date.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82696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A1A1A"/>
                </a:solidFill>
                <a:latin typeface="Segoe UI"/>
              </a:defRPr>
            </a:pPr>
            <a:r>
              <a:t>Any press releases about Hurricane Helene recovery?</a:t>
            </a:r>
          </a:p>
          <a:p>
            <a:pPr>
              <a:defRPr sz="1200">
                <a:solidFill>
                  <a:srgbClr val="666666"/>
                </a:solidFill>
                <a:latin typeface="Segoe UI"/>
              </a:defRPr>
            </a:pPr>
            <a:r>
              <a:t>Hits the $8.5M small business infrastructure grants and WNC recovery clips.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87368"/>
            <a:ext cx="320040" cy="3200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032504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A1A1A"/>
                </a:solidFill>
                <a:latin typeface="Segoe UI"/>
              </a:defRPr>
            </a:pPr>
            <a:r>
              <a:t>What has the Governor said about law enforcement pay?</a:t>
            </a:r>
          </a:p>
          <a:p>
            <a:pPr>
              <a:defRPr sz="1200">
                <a:solidFill>
                  <a:srgbClr val="666666"/>
                </a:solidFill>
                <a:latin typeface="Segoe UI"/>
              </a:defRPr>
            </a:pPr>
            <a:r>
              <a:t>Hits Charlotte law enforcement raises clip and $1.4B Critical Needs Budget.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837176"/>
            <a:ext cx="320040" cy="3200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8231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A1A1A"/>
                </a:solidFill>
                <a:latin typeface="Segoe UI"/>
              </a:defRPr>
            </a:pPr>
            <a:r>
              <a:t>Any news about jobs or economic development?</a:t>
            </a:r>
          </a:p>
          <a:p>
            <a:pPr>
              <a:defRPr sz="1200">
                <a:solidFill>
                  <a:srgbClr val="666666"/>
                </a:solidFill>
                <a:latin typeface="Segoe UI"/>
              </a:defRPr>
            </a:pPr>
            <a:r>
              <a:t>Broad query. Hits PSA Airlines (400 jobs), rural listening tour, Students@Work.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BBBBB"/>
                </a:solidFill>
                <a:latin typeface="Segoe UI"/>
              </a:defRPr>
            </a:pPr>
            <a:r>
              <a:t>NC DIT AI Office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822960"/>
          </a:xfrm>
          <a:prstGeom prst="roundRect">
            <a:avLst>
              <a:gd name="adj" fmla="val 5000"/>
            </a:avLst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Remarks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66666"/>
                </a:solidFill>
                <a:latin typeface="Segoe UI"/>
              </a:defRPr>
            </a:pPr>
            <a:r>
              <a:t>Search the Governor's speeches and columns — GPT-4o writes a synthesis with direct quotes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37944"/>
            <a:ext cx="320040" cy="32004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A1A1A"/>
                </a:solidFill>
                <a:latin typeface="Segoe UI"/>
              </a:defRPr>
            </a:pPr>
            <a:r>
              <a:t>What has the Governor said about mental health and public safety?</a:t>
            </a:r>
          </a:p>
          <a:p>
            <a:pPr>
              <a:defRPr sz="1200">
                <a:solidFill>
                  <a:srgbClr val="666666"/>
                </a:solidFill>
                <a:latin typeface="Segoe UI"/>
              </a:defRPr>
            </a:pPr>
            <a:r>
              <a:t>Starter. Hits October column — $195M public safety package, 1.8M adults with mental health conditions.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587752"/>
            <a:ext cx="320040" cy="32004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3288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A1A1A"/>
                </a:solidFill>
                <a:latin typeface="Segoe UI"/>
              </a:defRPr>
            </a:pPr>
            <a:r>
              <a:t>What language has the Governor used about keeping kids safe online?</a:t>
            </a:r>
          </a:p>
          <a:p>
            <a:pPr>
              <a:defRPr sz="1200">
                <a:solidFill>
                  <a:srgbClr val="666666"/>
                </a:solidFill>
                <a:latin typeface="Segoe UI"/>
              </a:defRPr>
            </a:pPr>
            <a:r>
              <a:t>Direct hit on September column — Student Safety Task Force, cell phone legislation.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82696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A1A1A"/>
                </a:solidFill>
                <a:latin typeface="Segoe UI"/>
              </a:defRPr>
            </a:pPr>
            <a:r>
              <a:t>How has the Governor talked about hurricane recovery?</a:t>
            </a:r>
          </a:p>
          <a:p>
            <a:pPr>
              <a:defRPr sz="1200">
                <a:solidFill>
                  <a:srgbClr val="666666"/>
                </a:solidFill>
                <a:latin typeface="Segoe UI"/>
              </a:defRPr>
            </a:pPr>
            <a:r>
              <a:t>Cross-speech: State of the State ($60B damages), August (prep), November (98% roads reopened).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87368"/>
            <a:ext cx="320040" cy="32004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032504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A1A1A"/>
                </a:solidFill>
                <a:latin typeface="Segoe UI"/>
              </a:defRPr>
            </a:pPr>
            <a:r>
              <a:t>What has the Governor said about food banks and hunger?</a:t>
            </a:r>
          </a:p>
          <a:p>
            <a:pPr>
              <a:defRPr sz="1200">
                <a:solidFill>
                  <a:srgbClr val="666666"/>
                </a:solidFill>
                <a:latin typeface="Segoe UI"/>
              </a:defRPr>
            </a:pPr>
            <a:r>
              <a:t>December column (MANNA, Second Harvest, SNAP cuts) + November (food banks).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837176"/>
            <a:ext cx="320040" cy="32004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8231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A1A1A"/>
                </a:solidFill>
                <a:latin typeface="Segoe UI"/>
              </a:defRPr>
            </a:pPr>
            <a:r>
              <a:t>How does the Governor talk about North Carolina's history and democracy?</a:t>
            </a:r>
          </a:p>
          <a:p>
            <a:pPr>
              <a:defRPr sz="1200">
                <a:solidFill>
                  <a:srgbClr val="666666"/>
                </a:solidFill>
                <a:latin typeface="Segoe UI"/>
              </a:defRPr>
            </a:pPr>
            <a:r>
              <a:t>January column — America 250, Halifax Resolves, Moores Creek Bridge, Bill of Rights.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BBBBB"/>
                </a:solidFill>
                <a:latin typeface="Segoe UI"/>
              </a:defRPr>
            </a:pPr>
            <a:r>
              <a:t>NC DIT AI Office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822960"/>
          </a:xfrm>
          <a:prstGeom prst="roundRect">
            <a:avLst>
              <a:gd name="adj" fmla="val 5000"/>
            </a:avLst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Transcript Proofreading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66666"/>
                </a:solidFill>
                <a:latin typeface="Segoe UI"/>
              </a:defRPr>
            </a:pPr>
            <a:r>
              <a:t>Paste this sample transcript into the agent. The AI fixes errors and returns every change with a reason and confidence level.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2560320"/>
          </a:xfrm>
          <a:prstGeom prst="roundRect">
            <a:avLst>
              <a:gd name="adj" fmla="val 5000"/>
            </a:avLst>
          </a:prstGeom>
          <a:solidFill>
            <a:srgbClr val="FDF6EC"/>
          </a:solidFill>
          <a:ln w="12700"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Segoe UI"/>
              </a:defRPr>
            </a:pPr>
            <a:r>
              <a:t>Sample 1 — Short (quick demo)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44444"/>
                </a:solidFill>
                <a:latin typeface="Consolas"/>
              </a:defRPr>
            </a:pPr>
            <a:r>
              <a:t>Good evening, North Carolinains. Im honored to adress this chamber tonite. Our state faces real challanges — from hurricaine recovery in the west to the mental health crisis effecting our communities. But i beleive that togather, we can build a safer, stronger North Carolna. Governer Stien has proposed a 195 million dollar public saftey package that invests in law enforcment, violence preventation, and mental health treatement. Lets get it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Segoe UI"/>
              </a:defRPr>
            </a:pPr>
            <a:r>
              <a:t>Sample 2 — With speaker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FDF6EC"/>
          </a:solidFill>
          <a:ln w="12700"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44444"/>
                </a:solidFill>
                <a:latin typeface="Consolas"/>
              </a:defRPr>
            </a:pPr>
            <a:r>
              <a:t>Gov. Stien: Thank you all for being hear today. The work were doing in western North Carolna after Hurricaine Helene has been nothing short of extrodinary.</a:t>
            </a:r>
            <a:br/>
            <a:r>
              <a:t>Reporter: Governer, can you give us an update on the road re-openings?</a:t>
            </a:r>
            <a:br/>
            <a:r>
              <a:t>Gov Stein: Absolutley. The Departement of Transporation has re-opened ninty eight percent of Helene-impacted state roads.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BBBBB"/>
                </a:solidFill>
                <a:latin typeface="Segoe UI"/>
              </a:defRPr>
            </a:pPr>
            <a:r>
              <a:t>NC DIT AI Office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Suggested Demo Flow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Clips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7190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DDDDFF"/>
                </a:solidFill>
                <a:latin typeface="Segoe UI"/>
              </a:defRPr>
            </a:pPr>
            <a:r>
              <a:t>"What clips came in this week about broadband?"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0299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AACC"/>
                </a:solidFill>
                <a:latin typeface="Segoe UI"/>
              </a:defRPr>
            </a:pPr>
            <a:r>
              <a:t>Basic search — gets the audience oriented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697480"/>
            <a:ext cx="457200" cy="45720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79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Remarks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791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DDDDFF"/>
                </a:solidFill>
                <a:latin typeface="Segoe UI"/>
              </a:defRPr>
            </a:pPr>
            <a:r>
              <a:t>"What has the Governor said about mental health and public safety?"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990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AACC"/>
                </a:solidFill>
                <a:latin typeface="Segoe UI"/>
              </a:defRPr>
            </a:pPr>
            <a:r>
              <a:t>RAG synthesis with direct quotes and citations — the core value prop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639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Proofread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6393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DDDDFF"/>
                </a:solidFill>
                <a:latin typeface="Segoe UI"/>
              </a:defRPr>
            </a:pPr>
            <a:r>
              <a:t>Paste Sample 1 (short transcript with typos)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9502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AACC"/>
                </a:solidFill>
                <a:latin typeface="Segoe UI"/>
              </a:defRPr>
            </a:pPr>
            <a:r>
              <a:t>Quick turnaround, every change explained with confidence levels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61772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599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Clips #3 (if time)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5994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DDDDFF"/>
                </a:solidFill>
                <a:latin typeface="Segoe UI"/>
              </a:defRPr>
            </a:pPr>
            <a:r>
              <a:t>"Any press releases about Hurricane Helene recovery?"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9103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AACC"/>
                </a:solidFill>
                <a:latin typeface="Segoe UI"/>
              </a:defRPr>
            </a:pPr>
            <a:r>
              <a:t>Shows the agent surfacing timely, relevant press releases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5595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Remarks #3 (if time)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5595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DDDDFF"/>
                </a:solidFill>
                <a:latin typeface="Segoe UI"/>
              </a:defRPr>
            </a:pPr>
            <a:r>
              <a:t>"How has the Governor talked about hurricane recovery?"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8704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AACC"/>
                </a:solidFill>
                <a:latin typeface="Segoe UI"/>
              </a:defRPr>
            </a:pPr>
            <a:r>
              <a:t>Cross-speech synthesis — pulls from State of the State + August + November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67799"/>
                </a:solidFill>
                <a:latin typeface="Segoe UI"/>
              </a:defRPr>
            </a:pPr>
            <a:r>
              <a:t>NC DIT AI Office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